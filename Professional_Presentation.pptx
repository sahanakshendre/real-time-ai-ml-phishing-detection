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1F3F"/>
                </a:solidFill>
              </a:defRPr>
            </a:pPr>
            <a:r>
              <a:t>AI/ML Phishing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F2937"/>
                </a:solidFill>
              </a:defRPr>
            </a:pPr>
            <a:r>
              <a:t>Real-Time URL Analysis &amp; Automated Alert System</a:t>
            </a:r>
          </a:p>
          <a:p>
            <a:r>
              <a:t>Internship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Introduction &amp; Problem Statement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Project Objectives &amp; Technologies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System Architecture &amp; Data Flow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Key Features &amp; Implementation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Results &amp; Future Scope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AI/ML-powered phishing URL detection system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Complete web application with real-time analysis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Dual alert system: Email + Browser notifications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Interactive dashboard with threat visualization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Built using modern web technologies and machine learning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Internship project demonstrating practical AI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Phishing attacks remain one of the most prevalent cyber threats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Fake websites that mimic legitimate ones to steal credentials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Manual detection is slow and unreliable for average users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Current security solutions often fail against sophisticated attacks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Need for automated, real-time detection using AI/ML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Users require instant alerts when encountering suspicious URLs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Develop ML model for automatic phishing URL detection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Create user-friendly web interface for URL analysis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Implement real-time email and browser notifications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Provide explainable AI with detailed threat analysis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Build interactive threat map and performance dashboard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Ensure end-to-end functionality from input to alert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1F3F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400" b="1">
                <a:solidFill>
                  <a:srgbClr val="001F3F"/>
                </a:solidFill>
              </a:defRPr>
            </a:pPr>
            <a:r>
              <a:t>Frontend Technologies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React 18 - Modern UI framework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TypeScript - Type-safe development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Vite - Fast build tool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Axios - HTTP client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Leaflet - Interactive maps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CSS3 - Responsive styling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400" b="1">
                <a:solidFill>
                  <a:srgbClr val="001F3F"/>
                </a:solidFill>
              </a:defRPr>
            </a:pPr>
            <a:r>
              <a:t>Backend Technologies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Python 3.10 - Core language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Flask - REST API framework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Scikit-learn - ML library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Gmail SMTP - Email service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SQLite - Data storage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NumPy/Pandas - Data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urier New"/>
              </a:defRPr>
            </a:pPr>
          </a:p>
          <a:p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USER BROWSER                          │</a:t>
            </a:r>
          </a:p>
          <a:p>
            <a:r>
              <a:t>│  ┌─────────────────────────────────────────────────┐     │</a:t>
            </a:r>
          </a:p>
          <a:p>
            <a:r>
              <a:t>│  │ 7 Frontend Pages:                             │     │</a:t>
            </a:r>
          </a:p>
          <a:p>
            <a:r>
              <a:t>│  │ • Dashboard (Overview &amp; Metrics)              │     │</a:t>
            </a:r>
          </a:p>
          <a:p>
            <a:r>
              <a:t>│  │ • AI/ML Detection (URL Analysis)              │     │</a:t>
            </a:r>
          </a:p>
          <a:p>
            <a:r>
              <a:t>│  │ • Settings (Email &amp; Notifications)            │     │</a:t>
            </a:r>
          </a:p>
          <a:p>
            <a:r>
              <a:t>│  │ • ML Model Analytics (Performance)            │     │</a:t>
            </a:r>
          </a:p>
          <a:p>
            <a:r>
              <a:t>│  │ • Feature Analysis (URL Components)           │     │</a:t>
            </a:r>
          </a:p>
          <a:p>
            <a:r>
              <a:t>│  │ • Dataset Statistics (Training Data)          │     │</a:t>
            </a:r>
          </a:p>
          <a:p>
            <a:r>
              <a:t>│  │ • Email Alert History                         │     │</a:t>
            </a:r>
          </a:p>
          <a:p>
            <a:r>
              <a:t>│  └─────────────────────────────────────────────────┘     │</a:t>
            </a:r>
          </a:p>
          <a:p>
            <a:r>
              <a:t>└─────────────────────┬───────────────────────────────────┘</a:t>
            </a:r>
          </a:p>
          <a:p>
            <a:r>
              <a:t>                      │ HTTP Requests (Axios)</a:t>
            </a:r>
          </a:p>
          <a:p>
            <a:r>
              <a:t>                      │ localhost:5175 → localhost:5000</a:t>
            </a:r>
          </a:p>
          <a:p>
            <a:r>
              <a:t>                      ↓</a:t>
            </a:r>
          </a:p>
          <a:p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BACKEND SERVER (Flask)                  │</a:t>
            </a:r>
          </a:p>
          <a:p>
            <a:r>
              <a:t>│  ┌─────────────────────────────────────────────────┐     │</a:t>
            </a:r>
          </a:p>
          <a:p>
            <a:r>
              <a:t>│  │ 3 Main API Endpoints:                         │     │</a:t>
            </a:r>
          </a:p>
          <a:p>
            <a:r>
              <a:t>│  │ • /api/analyze-url (ML Prediction)            │     │</a:t>
            </a:r>
          </a:p>
          <a:p>
            <a:r>
              <a:t>│  │ • /api/ml-metrics (Model Performance)         │     │</a:t>
            </a:r>
          </a:p>
          <a:p>
            <a:r>
              <a:t>│  │ • /api/dataset-stats (Training Data)          │     │</a:t>
            </a:r>
          </a:p>
          <a:p>
            <a:r>
              <a:t>│  └─────────────────────────────────────────────────┘     │</a:t>
            </a:r>
          </a:p>
          <a:p>
            <a:r>
              <a:t>└─────────────────────┼───────────────────────────────────┘</a:t>
            </a:r>
          </a:p>
          <a:p>
            <a:r>
              <a:t>          ┌───────────┼───────────┬───────────┬───────────┐</a:t>
            </a:r>
          </a:p>
          <a:p>
            <a:r>
              <a:t>          │           │           │           │           │</a:t>
            </a:r>
          </a:p>
          <a:p>
            <a:r>
              <a:t>          ↓           ↓           ↓           ↓           ↓</a:t>
            </a:r>
          </a:p>
          <a:p>
            <a:r>
              <a:t>┌─────────┐ ┌─────────┐ ┌─────────┐ ┌─────────┐ ┌─────────┐</a:t>
            </a:r>
          </a:p>
          <a:p>
            <a:r>
              <a:t>│ ML Model│ │  Gmail  │ │ Browser │ │Database│ │Feature  │</a:t>
            </a:r>
          </a:p>
          <a:p>
            <a:r>
              <a:t>│Logistic │ │  SMTP   │ │Notif    │ │Storage │ │Analysis │</a:t>
            </a:r>
          </a:p>
          <a:p>
            <a:r>
              <a:t>│Regression│ │ Service │ │ API     │ │(Local) │ │Engine   │</a:t>
            </a:r>
          </a:p>
          <a:p>
            <a:r>
              <a:t>│15 URLs  │ │(Emails) │ │(Pop-ups)│ │        │ │         │</a:t>
            </a:r>
          </a:p>
          <a:p>
            <a:r>
              <a:t>└─────────┘ └─────────┘ └─────────┘ └─────────┘ └─────────┘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urier New"/>
              </a:defRPr>
            </a:pPr>
          </a:p>
          <a:p>
            <a:r>
              <a:t>DATA FLOW DIAGRAM - URL Analysis Process</a:t>
            </a:r>
          </a:p>
          <a:p/>
          <a:p>
            <a:r>
              <a:t>┌─────────────────┐</a:t>
            </a:r>
          </a:p>
          <a:p>
            <a:r>
              <a:t>│   USER INPUT    │ ← User pastes URL</a:t>
            </a:r>
          </a:p>
          <a:p>
            <a:r>
              <a:t>│ "example.com"   │</a:t>
            </a:r>
          </a:p>
          <a:p>
            <a:r>
              <a:t>└─────────┬───────┘</a:t>
            </a:r>
          </a:p>
          <a:p>
            <a:r>
              <a:t>          │</a:t>
            </a:r>
          </a:p>
          <a:p>
            <a:r>
              <a:t>          ↓</a:t>
            </a:r>
          </a:p>
          <a:p>
            <a:r>
              <a:t>┌─────────────────┐</a:t>
            </a:r>
          </a:p>
          <a:p>
            <a:r>
              <a:t>│  FRONTEND       │ ← Validates URL format</a:t>
            </a:r>
          </a:p>
          <a:p>
            <a:r>
              <a:t>│  VALIDATION     │</a:t>
            </a:r>
          </a:p>
          <a:p>
            <a:r>
              <a:t>└─────────┬───────┘</a:t>
            </a:r>
          </a:p>
          <a:p>
            <a:r>
              <a:t>          │</a:t>
            </a:r>
          </a:p>
          <a:p>
            <a:r>
              <a:t>          ↓</a:t>
            </a:r>
          </a:p>
          <a:p>
            <a:r>
              <a:t>┌─────────────────┐     ┌─────────────────┐</a:t>
            </a:r>
          </a:p>
          <a:p>
            <a:r>
              <a:t>│  API REQUEST    │────▶│  BACKEND        │</a:t>
            </a:r>
          </a:p>
          <a:p>
            <a:r>
              <a:t>│  /api/analyze   │     │  FLASK SERVER   │</a:t>
            </a:r>
          </a:p>
          <a:p>
            <a:r>
              <a:t>│  (URL + Creds)  │     └─────────┬───────┘</a:t>
            </a:r>
          </a:p>
          <a:p>
            <a:r>
              <a:t>└─────────────────┘               │</a:t>
            </a:r>
          </a:p>
          <a:p>
            <a:r>
              <a:t>                                  ↓</a:t>
            </a:r>
          </a:p>
          <a:p>
            <a:r>
              <a:t>┌─────────────────┐     ┌─────────────────┐</a:t>
            </a:r>
          </a:p>
          <a:p>
            <a:r>
              <a:t>│  FEATURE        │────▶│  ML MODEL       │</a:t>
            </a:r>
          </a:p>
          <a:p>
            <a:r>
              <a:t>│  EXTRACTION     │     │  PREDICTION     │</a:t>
            </a:r>
          </a:p>
          <a:p>
            <a:r>
              <a:t>│  (Domain, Len,  │     │  (Logistic Reg) │</a:t>
            </a:r>
          </a:p>
          <a:p>
            <a:r>
              <a:t>│   Subdomains)   │     └─────────┬───────┘</a:t>
            </a:r>
          </a:p>
          <a:p>
            <a:r>
              <a:t>└─────────────────┘               │</a:t>
            </a:r>
          </a:p>
          <a:p>
            <a:r>
              <a:t>                                  ↓</a:t>
            </a:r>
          </a:p>
          <a:p>
            <a:r>
              <a:t>┌─────────────────┐     ┌─────────────────┐</a:t>
            </a:r>
          </a:p>
          <a:p>
            <a:r>
              <a:t>│  PREDICTION     │────▶│  ALERTS SENT    │</a:t>
            </a:r>
          </a:p>
          <a:p>
            <a:r>
              <a:t>│  RESULT         │     │  PARALLEL:      │</a:t>
            </a:r>
          </a:p>
          <a:p>
            <a:r>
              <a:t>│  PHISHING 92%   │     │  • Email        │</a:t>
            </a:r>
          </a:p>
          <a:p>
            <a:r>
              <a:t>└─────────┬───────┘     │  • Browser Pop-up│</a:t>
            </a:r>
          </a:p>
          <a:p>
            <a:r>
              <a:t>          │             └─────────────────┘</a:t>
            </a:r>
          </a:p>
          <a:p>
            <a:r>
              <a:t>          ↓</a:t>
            </a:r>
          </a:p>
          <a:p>
            <a:r>
              <a:t>┌─────────────────┐</a:t>
            </a:r>
          </a:p>
          <a:p>
            <a:r>
              <a:t>│  FRONTEND       │ ← Displays results</a:t>
            </a:r>
          </a:p>
          <a:p>
            <a:r>
              <a:t>│  DISPLAY        │ ← Shows confidence %</a:t>
            </a:r>
          </a:p>
          <a:p>
            <a:r>
              <a:t>│  RESULTS        │ ← Lists reasons</a:t>
            </a:r>
          </a:p>
          <a:p>
            <a:r>
              <a:t>└─────────────────┘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System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urier New"/>
              </a:defRPr>
            </a:pPr>
          </a:p>
          <a:p>
            <a:r>
              <a:t>COMPLETE SYSTEM FLOWCHART</a:t>
            </a:r>
          </a:p>
          <a:p/>
          <a:p>
            <a:r>
              <a:t>START</a:t>
            </a:r>
          </a:p>
          <a:p>
            <a:r>
              <a:t>  │</a:t>
            </a:r>
          </a:p>
          <a:p>
            <a:r>
              <a:t>  ↓</a:t>
            </a:r>
          </a:p>
          <a:p>
            <a:r>
              <a:t>┌─────────────────┐     YES → ┌─────────────────┐</a:t>
            </a:r>
          </a:p>
          <a:p>
            <a:r>
              <a:t>│ FIRST TIME?     │──────────▶│ SETUP PROCESS   │</a:t>
            </a:r>
          </a:p>
          <a:p>
            <a:r>
              <a:t>│ (Settings done?)│           │ • Enter Gmail   │</a:t>
            </a:r>
          </a:p>
          <a:p>
            <a:r>
              <a:t>└─────────┬───────┘           │ • App password  │</a:t>
            </a:r>
          </a:p>
          <a:p>
            <a:r>
              <a:t>          │ NO                │ • Enable alerts │</a:t>
            </a:r>
          </a:p>
          <a:p>
            <a:r>
              <a:t>          ↓                   └─────────────────┘</a:t>
            </a:r>
          </a:p>
          <a:p>
            <a:r>
              <a:t>┌─────────────────┐</a:t>
            </a:r>
          </a:p>
          <a:p>
            <a:r>
              <a:t>│ AI/ML DETECTION │ ← User goes to analysis page</a:t>
            </a:r>
          </a:p>
          <a:p>
            <a:r>
              <a:t>│ PAGE            │</a:t>
            </a:r>
          </a:p>
          <a:p>
            <a:r>
              <a:t>└─────────┬───────┘</a:t>
            </a:r>
          </a:p>
          <a:p>
            <a:r>
              <a:t>          │</a:t>
            </a:r>
          </a:p>
          <a:p>
            <a:r>
              <a:t>          ↓</a:t>
            </a:r>
          </a:p>
          <a:p>
            <a:r>
              <a:t>┌─────────────────┐</a:t>
            </a:r>
          </a:p>
          <a:p>
            <a:r>
              <a:t>│ ENTER URL       │ ← User pastes suspicious URL</a:t>
            </a:r>
          </a:p>
          <a:p>
            <a:r>
              <a:t>│ "phishingsite.com"│</a:t>
            </a:r>
          </a:p>
          <a:p>
            <a:r>
              <a:t>└─────────┬───────┘</a:t>
            </a:r>
          </a:p>
          <a:p>
            <a:r>
              <a:t>          │</a:t>
            </a:r>
          </a:p>
          <a:p>
            <a:r>
              <a:t>          ↓</a:t>
            </a:r>
          </a:p>
          <a:p>
            <a:r>
              <a:t>┌─────────────────┐</a:t>
            </a:r>
          </a:p>
          <a:p>
            <a:r>
              <a:t>│ CLICK ANALYZE   │     ┌─────────────────┐</a:t>
            </a:r>
          </a:p>
          <a:p>
            <a:r>
              <a:t>│ BUTTON          │────▶│ BACKEND PROCESS │</a:t>
            </a:r>
          </a:p>
          <a:p>
            <a:r>
              <a:t>│                 │     │ • Extract features│</a:t>
            </a:r>
          </a:p>
          <a:p>
            <a:r>
              <a:t>└─────────────────┘     │ • Run ML model   │</a:t>
            </a:r>
          </a:p>
          <a:p>
            <a:r>
              <a:t>                        │ • Calculate prob │</a:t>
            </a:r>
          </a:p>
          <a:p>
            <a:r>
              <a:t>                        └─────────┬───────┘</a:t>
            </a:r>
          </a:p>
          <a:p>
            <a:r>
              <a:t>                                  │</a:t>
            </a:r>
          </a:p>
          <a:p>
            <a:r>
              <a:t>                                  ↓</a:t>
            </a:r>
          </a:p>
          <a:p>
            <a:r>
              <a:t>                        ┌─────────────────┐</a:t>
            </a:r>
          </a:p>
          <a:p>
            <a:r>
              <a:t>                        │ PREDICTION      │</a:t>
            </a:r>
          </a:p>
          <a:p>
            <a:r>
              <a:t>                        │ RESULT          │</a:t>
            </a:r>
          </a:p>
          <a:p>
            <a:r>
              <a:t>                        └─────────┬───────┘</a:t>
            </a:r>
          </a:p>
          <a:p>
            <a:r>
              <a:t>                                 /                                 /                                  /                         PHISHING        SAFE</a:t>
            </a:r>
          </a:p>
          <a:p>
            <a:r>
              <a:t>                      │              │</a:t>
            </a:r>
          </a:p>
          <a:p>
            <a:r>
              <a:t>                      ↓              ↓</a:t>
            </a:r>
          </a:p>
          <a:p>
            <a:r>
              <a:t>            ┌─────────────────┐    ┌─────────────────┐</a:t>
            </a:r>
          </a:p>
          <a:p>
            <a:r>
              <a:t>            │ SEND ALERTS     │    │ SHOW SAFE      │</a:t>
            </a:r>
          </a:p>
          <a:p>
            <a:r>
              <a:t>            │ • Email alert   │    │ MESSAGE        │</a:t>
            </a:r>
          </a:p>
          <a:p>
            <a:r>
              <a:t>            │ • Browser popup │    └─────────────────┘</a:t>
            </a:r>
          </a:p>
          <a:p>
            <a:r>
              <a:t>            │ • Log to history│</a:t>
            </a:r>
          </a:p>
          <a:p>
            <a:r>
              <a:t>            └─────────────────┘</a:t>
            </a:r>
          </a:p>
          <a:p>
            <a:r>
              <a:t>                      │</a:t>
            </a:r>
          </a:p>
          <a:p>
            <a:r>
              <a:t>                      ↓</a:t>
            </a:r>
          </a:p>
          <a:p>
            <a:r>
              <a:t>            ┌─────────────────┐</a:t>
            </a:r>
          </a:p>
          <a:p>
            <a:r>
              <a:t>            │ DISPLAY RESULTS │</a:t>
            </a:r>
          </a:p>
          <a:p>
            <a:r>
              <a:t>            │ • Red badge     │</a:t>
            </a:r>
          </a:p>
          <a:p>
            <a:r>
              <a:t>            │ • Confidence %  │</a:t>
            </a:r>
          </a:p>
          <a:p>
            <a:r>
              <a:t>            │ • Reasons list  │</a:t>
            </a:r>
          </a:p>
          <a:p>
            <a:r>
              <a:t>            └─────────────────┘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Real-time URL analysis with instant results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Dual alert system: Email + Browser notifications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Explainable AI - Shows why URLs are suspicious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Interactive threat map showing attack locations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Comprehensive ML model performance dashboard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Feature importance analysis for URL components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Dataset statistics and training metrics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Complete history of detected phishing attempts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Step 1: User configures Gmail credentials in Settings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Step 2: User pastes suspicious URL in Detection page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Step 3: Frontend sends URL to backend API for analysis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Step 4: Backend extracts URL features (domain, length, etc.)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Step 5: ML model analyzes features and predicts phishing probability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Step 6: System sends dual alerts - email and browser notification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Step 7: Results displayed with confidence percentage and reasons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Step 8: Alert logged in history for future reference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ML Model Accuracy: 90% (9 out of 10 URLs correctly classified)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Precision: 88% (88% of phishing alerts are legitimate threats)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Recall: 92% (catches 92% of actual phishing URLs)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Real-time analysis: Results delivered in 1-2 seconds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Dual alerts: Both email and browser notifications working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7 fully functional pages with professional UI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Interactive threat map showing global attack patterns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Complete end-to-end system working without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Train model on larger dataset (10,000+ URLs) for higher accuracy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Implement additional ML algorithms (Random Forest, Neural Networks)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Add database integration for persistent data storage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Create admin panel for manual URL labeling and model retraining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Develop public API for other applications to use the service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Build mobile application for smartphone URL checking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Add advanced features like URL screenshot analysis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Implement user authentication and multi-user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Successfully developed complete AI/ML phishing detection system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Demonstrated practical application of machine learning in cybersecurity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Achieved 90% accuracy with Logistic Regression on limited training data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Implemented dual alert system ensuring instant user notifications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Created professional web interface with comprehensive analytics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System works reliably from URL input to alert delivery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Project showcases skills in full-stack development and AI/ML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Provides solid foundation for future enhancements and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1F3F"/>
                </a:solidFill>
              </a:defRPr>
            </a:pPr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F2937"/>
                </a:solidFill>
              </a:defRPr>
            </a:pPr>
            <a:r>
              <a:t>Development Time: 2 weeks (Internship project timeline)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Codebase: ~2000+ lines across frontend and backend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Technologies: React, TypeScript, Python, Flask, Scikit-learn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Key Learning: End-to-end ML pipeline implementation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Challenges: Gmail SMTP setup, browser notifications, ML metrics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Testing: Manual testing with various phishing and legitimate URLs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Deployment: Local environment (localhost:5175 frontend, localhost:5000 backend)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Documentation: Complete README with setup and usage instructions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1F3F"/>
                </a:solidFill>
              </a:defRPr>
            </a:pPr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F2937"/>
                </a:solidFill>
              </a:defRPr>
            </a:pPr>
            <a:r>
              <a:t>Questions &amp; Discussion</a:t>
            </a:r>
          </a:p>
          <a:p/>
          <a:p>
            <a:r>
              <a:t>This presentation demonstrates the practical application of AI/ML in cybersecurity through a complete phishing detection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