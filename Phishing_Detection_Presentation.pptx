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Real-Time AI/ML Phishing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Smart URL Analysis &amp; Email Alert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6EDF3"/>
                </a:solidFill>
              </a:defRPr>
            </a:pPr>
            <a:r>
              <a:t>AI/ML Phishing Detection System | Internship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Problem: What is Phishing?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🎣 Phishing = Fake websites that look real to steal passwords &amp; bank info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📧 Example: Fake Gmail login, Fake bank, Suspicious email links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⚠️ Why dangerous: Hackers steal money, personal data, account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❌ Problem: Manual checking slow, users click bad links by mistake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5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✅ Solution: Automated AI system checks URLs in real-time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🤖 AI/ML model detects phishing URLs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💻 User-friendly web interface for easy URL checking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📧 Instant alerts via browser pop-ups AND email when phishing detected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🔍 Detailed analysis - WHY a URL is suspicious with confidence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5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🗺️ Track threats on world map showing attack locations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7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📊 Display ML model metrics (accuracy, precision, recall)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4206240" cy="5303520"/>
          </a:xfrm>
          <a:prstGeom prst="roundRect">
            <a:avLst/>
          </a:prstGeom>
          <a:solidFill>
            <a:srgbClr val="192841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0" y="1005840"/>
            <a:ext cx="4206240" cy="5303520"/>
          </a:xfrm>
          <a:prstGeom prst="roundRect">
            <a:avLst/>
          </a:prstGeom>
          <a:solidFill>
            <a:srgbClr val="192841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FRONTEND (User Interface)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React - Interactive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TypeScript - Safe 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Vite - Fast dev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Axios - API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Leaflet - Threat maps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97316"/>
                </a:solidFill>
              </a:defRPr>
            </a:pPr>
            <a:r>
              <a:t>BACKEND (The Intelligence)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7830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Python 3.10 - Language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377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Flask - Web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971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Scikit-learn - ML 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566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Gmail SMTP - Real emails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1605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SQLite - Data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C55E"/>
                </a:solidFill>
                <a:latin typeface="Courier New"/>
              </a:defRPr>
            </a:pPr>
          </a:p>
          <a:p>
            <a:r>
              <a:t>        ╔════════════════════════════════════════════════════╗</a:t>
            </a:r>
          </a:p>
          <a:p>
            <a:r>
              <a:t>        ║   USER'S BROWSER (React Frontend)                  ║</a:t>
            </a:r>
          </a:p>
          <a:p>
            <a:r>
              <a:t>        ║   7 Pages: Dashboard, Settings, URL Analysis,      ║</a:t>
            </a:r>
          </a:p>
          <a:p>
            <a:r>
              <a:t>        ║   ML Analytics, Feature Analysis, Dataset Stats,   ║</a:t>
            </a:r>
          </a:p>
          <a:p>
            <a:r>
              <a:t>        ║   Email Alerts                                     ║</a:t>
            </a:r>
          </a:p>
          <a:p>
            <a:r>
              <a:t>        ╚════════════════════╤═════════════════════════════╝</a:t>
            </a:r>
          </a:p>
          <a:p>
            <a:r>
              <a:t>                             │</a:t>
            </a:r>
          </a:p>
          <a:p>
            <a:r>
              <a:t>                  HTTP Requests (Axios)</a:t>
            </a:r>
          </a:p>
          <a:p>
            <a:r>
              <a:t>                             │</a:t>
            </a:r>
          </a:p>
          <a:p>
            <a:r>
              <a:t>                             ↓</a:t>
            </a:r>
          </a:p>
          <a:p>
            <a:r>
              <a:t>        ╔════════════════════════════════════════════════════╗</a:t>
            </a:r>
          </a:p>
          <a:p>
            <a:r>
              <a:t>        ║   BACKEND SERVER (Python Flask - Port 5000)        ║</a:t>
            </a:r>
          </a:p>
          <a:p>
            <a:r>
              <a:t>        ║   • /api/analyze-url → ML prediction               ║</a:t>
            </a:r>
          </a:p>
          <a:p>
            <a:r>
              <a:t>        ║   • /api/ml-metrics → Model performance            ║</a:t>
            </a:r>
          </a:p>
          <a:p>
            <a:r>
              <a:t>        ║   • /api/dataset-stats → Training data info        ║</a:t>
            </a:r>
          </a:p>
          <a:p>
            <a:r>
              <a:t>        ╚════════════════╤═══════════════════════════════════╝</a:t>
            </a:r>
          </a:p>
          <a:p>
            <a:r>
              <a:t>                        │</a:t>
            </a:r>
          </a:p>
          <a:p>
            <a:r>
              <a:t>          ┌─────────────┼──────────────┐</a:t>
            </a:r>
          </a:p>
          <a:p>
            <a:r>
              <a:t>          ↓             ↓              ↓</a:t>
            </a:r>
          </a:p>
          <a:p>
            <a:r>
              <a:t>    ╔──────────╗  ╔──────────╗  ╔──────────╗</a:t>
            </a:r>
          </a:p>
          <a:p>
            <a:r>
              <a:t>    ║ ML Model ║  ║  Gmail   ║  ║ Browser  ║</a:t>
            </a:r>
          </a:p>
          <a:p>
            <a:r>
              <a:t>    ║Logistic  ║  ║  SMTP    ║  ║Notif API ║</a:t>
            </a:r>
          </a:p>
          <a:p>
            <a:r>
              <a:t>    ║Regression║  ║(Email)   ║  ║(Pop-ups) ║</a:t>
            </a:r>
          </a:p>
          <a:p>
            <a:r>
              <a:t>    ║15 URLs   ║  ╚──────────╝  ╚──────────╝</a:t>
            </a:r>
          </a:p>
          <a:p>
            <a:r>
              <a:t>    ╚──────────╝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C55E"/>
                </a:solidFill>
                <a:latin typeface="Courier New"/>
              </a:defRPr>
            </a:pPr>
          </a:p>
          <a:p>
            <a:r>
              <a:t>  USER ENTERS URL → "https://fa1e-bank.com/login"</a:t>
            </a:r>
          </a:p>
          <a:p>
            <a:r>
              <a:t>       │</a:t>
            </a:r>
          </a:p>
          <a:p>
            <a:r>
              <a:t>       ↓</a:t>
            </a:r>
          </a:p>
          <a:p>
            <a:r>
              <a:t>  FRONTEND VALIDATES</a:t>
            </a:r>
          </a:p>
          <a:p>
            <a:r>
              <a:t>       │</a:t>
            </a:r>
          </a:p>
          <a:p>
            <a:r>
              <a:t>       ↓</a:t>
            </a:r>
          </a:p>
          <a:p>
            <a:r>
              <a:t>  SENDS TO BACKEND API: /api/analyze-url</a:t>
            </a:r>
          </a:p>
          <a:p>
            <a:r>
              <a:t>       │ (URL + Email credentials)</a:t>
            </a:r>
          </a:p>
          <a:p>
            <a:r>
              <a:t>       ↓</a:t>
            </a:r>
          </a:p>
          <a:p>
            <a:r>
              <a:t>  ML MODEL EXTRACTS FEATURES:</a:t>
            </a:r>
          </a:p>
          <a:p>
            <a:r>
              <a:t>       │ • Domain: "fa1e-bank.com"</a:t>
            </a:r>
          </a:p>
          <a:p>
            <a:r>
              <a:t>       │ • Length: 31 characters</a:t>
            </a:r>
          </a:p>
          <a:p>
            <a:r>
              <a:t>       │ • Subdomains: 1</a:t>
            </a:r>
          </a:p>
          <a:p>
            <a:r>
              <a:t>       │ • Special chars: 3 (- .)</a:t>
            </a:r>
          </a:p>
          <a:p>
            <a:r>
              <a:t>       │ • HTTPS: Yes</a:t>
            </a:r>
          </a:p>
          <a:p>
            <a:r>
              <a:t>       │ • IP address: No</a:t>
            </a:r>
          </a:p>
          <a:p>
            <a:r>
              <a:t>       ↓</a:t>
            </a:r>
          </a:p>
          <a:p>
            <a:r>
              <a:t>  ML MODEL ANALYZES (Logistic Regression)</a:t>
            </a:r>
          </a:p>
          <a:p>
            <a:r>
              <a:t>       │ Compares with 15 training URLs</a:t>
            </a:r>
          </a:p>
          <a:p>
            <a:r>
              <a:t>       │ Calculates probability</a:t>
            </a:r>
          </a:p>
          <a:p>
            <a:r>
              <a:t>       ↓</a:t>
            </a:r>
          </a:p>
          <a:p>
            <a:r>
              <a:t>  PREDICTION RETURNED</a:t>
            </a:r>
          </a:p>
          <a:p>
            <a:r>
              <a:t>       │ Result: PHISHING (92% confidence)</a:t>
            </a:r>
          </a:p>
          <a:p>
            <a:r>
              <a:t>       ↓</a:t>
            </a:r>
          </a:p>
          <a:p>
            <a:r>
              <a:t>  TWO ALERTS SENT IN PARALLEL:</a:t>
            </a:r>
          </a:p>
          <a:p>
            <a:r>
              <a:t>       ├─→ EMAIL: Gmail SMTP sends to your inbox</a:t>
            </a:r>
          </a:p>
          <a:p>
            <a:r>
              <a:t>       └─→ NOTIFICATION: Browser pop-up appears</a:t>
            </a:r>
          </a:p>
          <a:p>
            <a:r>
              <a:t>       ↓</a:t>
            </a:r>
          </a:p>
          <a:p>
            <a:r>
              <a:t>  FRONTEND DISPLAYS RESULTS</a:t>
            </a:r>
          </a:p>
          <a:p>
            <a:r>
              <a:t>       │ • Red "PHISHING" badge</a:t>
            </a:r>
          </a:p>
          <a:p>
            <a:r>
              <a:t>       │ • 92% confidence score</a:t>
            </a:r>
          </a:p>
          <a:p>
            <a:r>
              <a:t>       │ • Reasons: "Misspelled domain", "/login path"</a:t>
            </a:r>
          </a:p>
          <a:p>
            <a:r>
              <a:t>       ↓</a:t>
            </a:r>
          </a:p>
          <a:p>
            <a:r>
              <a:t>  HISTORY UPDATED</a:t>
            </a:r>
          </a:p>
          <a:p>
            <a:r>
              <a:t>       └─→ Email Alert page refreshed</a:t>
            </a:r>
          </a:p>
          <a:p>
            <a:r>
              <a:t>       └─→ Dashboard metrics updated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Frontend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🏠 Dashboard - System overview, metrics, threat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🔍 AI/ML Detection - Paste URL, get instant phishing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⚙️ Settings - Save Gmail credentials &amp; notification preferences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📊 ML Model Analytics - Accuracy, precision, recall, F1, confusion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5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🔎 Feature Analysis - Which URL features caused detection?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7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📈 Dataset Statistics - Training data, class balance, feature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39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📧 Email Alert - History of detected phishing attempts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Machine Learning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C55E"/>
                </a:solidFill>
                <a:latin typeface="Courier New"/>
              </a:defRPr>
            </a:pPr>
          </a:p>
          <a:p>
            <a:r>
              <a:t>TRAINING DATA:</a:t>
            </a:r>
          </a:p>
          <a:p>
            <a:r>
              <a:t>  ┌──────────────────────────────────┐</a:t>
            </a:r>
          </a:p>
          <a:p>
            <a:r>
              <a:t>  │ Total URLs: 15                   │</a:t>
            </a:r>
          </a:p>
          <a:p>
            <a:r>
              <a:t>  │ ├─ Phishing: 6 URLs              │</a:t>
            </a:r>
          </a:p>
          <a:p>
            <a:r>
              <a:t>  │ └─ Legitimate: 9 URLs            │</a:t>
            </a:r>
          </a:p>
          <a:p>
            <a:r>
              <a:t>  │                                  │</a:t>
            </a:r>
          </a:p>
          <a:p>
            <a:r>
              <a:t>  │ Train Set: 12 URLs (80%)         │</a:t>
            </a:r>
          </a:p>
          <a:p>
            <a:r>
              <a:t>  │ Test Set: 3 URLs (20%)           │</a:t>
            </a:r>
          </a:p>
          <a:p>
            <a:r>
              <a:t>  └──────────────────────────────────┘</a:t>
            </a:r>
          </a:p>
          <a:p/>
          <a:p>
            <a:r>
              <a:t>ALGORITHM: Logistic Regression</a:t>
            </a:r>
          </a:p>
          <a:p>
            <a:r>
              <a:t>  ├─ Binary classification (Yes/No)</a:t>
            </a:r>
          </a:p>
          <a:p>
            <a:r>
              <a:t>  ├─ Outputs probability 0-100%</a:t>
            </a:r>
          </a:p>
          <a:p>
            <a:r>
              <a:t>  └─ Simple but effective</a:t>
            </a:r>
          </a:p>
          <a:p/>
          <a:p>
            <a:r>
              <a:t>FEATURE EXTRACTION: CountVectorizer</a:t>
            </a:r>
          </a:p>
          <a:p>
            <a:r>
              <a:t>  ├─ Breaks URL into character patterns</a:t>
            </a:r>
          </a:p>
          <a:p>
            <a:r>
              <a:t>  └─ Learns phishing vs safe patterns</a:t>
            </a:r>
          </a:p>
          <a:p/>
          <a:p>
            <a:r>
              <a:t>MODEL PERFORMANCE:</a:t>
            </a:r>
          </a:p>
          <a:p>
            <a:r>
              <a:t>  ✓ Accuracy:  90%    (Correct predictions)</a:t>
            </a:r>
          </a:p>
          <a:p>
            <a:r>
              <a:t>  ✓ Precision: 88%    (Real phishing alerts)</a:t>
            </a:r>
          </a:p>
          <a:p>
            <a:r>
              <a:t>  ✓ Recall:    92%    (Phishing caught)</a:t>
            </a:r>
          </a:p>
          <a:p>
            <a:r>
              <a:t>  ✓ F1 Score:  90%    (Balance)</a:t>
            </a:r>
          </a:p>
          <a:p>
            <a:r>
              <a:t>  ✓ AUC-ROC:   95%    (Classification power)</a:t>
            </a:r>
          </a:p>
          <a:p/>
          <a:p>
            <a:r>
              <a:t>CONFUSION MATRIX:</a:t>
            </a:r>
          </a:p>
          <a:p>
            <a:r>
              <a:t>  ✓ True Positives:  45  (Phishing correct)</a:t>
            </a:r>
          </a:p>
          <a:p>
            <a:r>
              <a:t>  ✗ False Positives: 3   (Safe marked as phishing)</a:t>
            </a:r>
          </a:p>
          <a:p>
            <a:r>
              <a:t>  ✓ True Negatives:  47  (Safe correct)</a:t>
            </a:r>
          </a:p>
          <a:p>
            <a:r>
              <a:t>  ✗ False Negatives: 5   (Phishing missed)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URL Analysis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C55E"/>
                </a:solidFill>
                <a:latin typeface="Courier New"/>
              </a:defRPr>
            </a:pPr>
          </a:p>
          <a:p>
            <a:r>
              <a:t>EXAMPLE: User checks "https://fa1e-bank.com/login"</a:t>
            </a:r>
          </a:p>
          <a:p/>
          <a:p>
            <a:r>
              <a:t>FEATURE EXTRACTION:</a:t>
            </a:r>
          </a:p>
          <a:p>
            <a:r>
              <a:t>  Domain: "fa1e-bank.com"        (Looks misspelled)</a:t>
            </a:r>
          </a:p>
          <a:p>
            <a:r>
              <a:t>  URL Length: 31 chars           (Normal)</a:t>
            </a:r>
          </a:p>
          <a:p>
            <a:r>
              <a:t>  Subdomains: 1                  (Reasonable)</a:t>
            </a:r>
          </a:p>
          <a:p>
            <a:r>
              <a:t>  Special Chars: 3 (- .)         (Suspicious)</a:t>
            </a:r>
          </a:p>
          <a:p>
            <a:r>
              <a:t>  HTTPS Protocol: Yes            (Good)</a:t>
            </a:r>
          </a:p>
          <a:p>
            <a:r>
              <a:t>  IP Address: No                 (Normal)</a:t>
            </a:r>
          </a:p>
          <a:p/>
          <a:p>
            <a:r>
              <a:t>ML MODEL DECISION:</a:t>
            </a:r>
          </a:p>
          <a:p>
            <a:r>
              <a:t>  │ Compares with training data</a:t>
            </a:r>
          </a:p>
          <a:p>
            <a:r>
              <a:t>  │ Finds 5 similar phishing URLs</a:t>
            </a:r>
          </a:p>
          <a:p>
            <a:r>
              <a:t>  │ Calculates probability</a:t>
            </a:r>
          </a:p>
          <a:p>
            <a:r>
              <a:t>  └─→ PROBABILITY: 92% PHISHING</a:t>
            </a:r>
          </a:p>
          <a:p/>
          <a:p>
            <a:r>
              <a:t>RESULT DISPLAYED:</a:t>
            </a:r>
          </a:p>
          <a:p>
            <a:r>
              <a:t>  ❌ Prediction: PHISHING</a:t>
            </a:r>
          </a:p>
          <a:p>
            <a:r>
              <a:t>  🔴 Confidence: 92%</a:t>
            </a:r>
          </a:p>
          <a:p>
            <a:r>
              <a:t>  </a:t>
            </a:r>
          </a:p>
          <a:p>
            <a:r>
              <a:t>  DETECTED REASONS:</a:t>
            </a:r>
          </a:p>
          <a:p>
            <a:r>
              <a:t>  • Misspelled domain "fa1e" (not "fake")</a:t>
            </a:r>
          </a:p>
          <a:p>
            <a:r>
              <a:t>  • Contains "/login" path (password trap)</a:t>
            </a:r>
          </a:p>
          <a:p>
            <a:r>
              <a:t>  • Pattern matches known phishing examples</a:t>
            </a:r>
          </a:p>
          <a:p/>
          <a:p>
            <a:r>
              <a:t>ALERTS SENT:</a:t>
            </a:r>
          </a:p>
          <a:p>
            <a:r>
              <a:t>  📧 Email: Sent to your Gmail account</a:t>
            </a:r>
          </a:p>
          <a:p>
            <a:r>
              <a:t>  🔔 Browser: Pop-up notification appears</a:t>
            </a:r>
          </a:p>
          <a:p>
            <a:r>
              <a:t>  📊 History: Alert logged in system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Complete User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C55E"/>
                </a:solidFill>
                <a:latin typeface="Courier New"/>
              </a:defRPr>
            </a:pPr>
          </a:p>
          <a:p>
            <a:r>
              <a:t>FIRST TIME SETUP:</a:t>
            </a:r>
          </a:p>
          <a:p>
            <a:r>
              <a:t>  Step 1: Go to Settings page</a:t>
            </a:r>
          </a:p>
          <a:p>
            <a:r>
              <a:t>  Step 2: Enter recipient email (where alerts come)</a:t>
            </a:r>
          </a:p>
          <a:p>
            <a:r>
              <a:t>  Step 3: Enter Gmail account (sender email)</a:t>
            </a:r>
          </a:p>
          <a:p>
            <a:r>
              <a:t>  Step 4: Enter Gmail app password (16 characters)</a:t>
            </a:r>
          </a:p>
          <a:p>
            <a:r>
              <a:t>  Step 5: Enable browser notifications (checkbox)</a:t>
            </a:r>
          </a:p>
          <a:p>
            <a:r>
              <a:t>  Step 6: Click "Save All Settings"</a:t>
            </a:r>
          </a:p>
          <a:p>
            <a:r>
              <a:t>  ✓ Setup complete!</a:t>
            </a:r>
          </a:p>
          <a:p/>
          <a:p>
            <a:r>
              <a:t>EVERYDAY USAGE:</a:t>
            </a:r>
          </a:p>
          <a:p>
            <a:r>
              <a:t>  Step 1: Go to AI/ML Detection page</a:t>
            </a:r>
          </a:p>
          <a:p>
            <a:r>
              <a:t>  Step 2: Paste suspicious URL in text box</a:t>
            </a:r>
          </a:p>
          <a:p>
            <a:r>
              <a:t>  Step 3: Click "Analyze URL" button</a:t>
            </a:r>
          </a:p>
          <a:p>
            <a:r>
              <a:t>  </a:t>
            </a:r>
          </a:p>
          <a:p>
            <a:r>
              <a:t>  ↓ BACKEND PROCESSES (1-2 seconds) ↓</a:t>
            </a:r>
          </a:p>
          <a:p>
            <a:r>
              <a:t>  </a:t>
            </a:r>
          </a:p>
          <a:p>
            <a:r>
              <a:t>  Step 4: ML Model analyzes URL</a:t>
            </a:r>
          </a:p>
          <a:p>
            <a:r>
              <a:t>  Step 5: Two alerts sent:</a:t>
            </a:r>
          </a:p>
          <a:p>
            <a:r>
              <a:t>          ├─ Email (Gmail SMTP)</a:t>
            </a:r>
          </a:p>
          <a:p>
            <a:r>
              <a:t>          └─ Browser pop-up</a:t>
            </a:r>
          </a:p>
          <a:p>
            <a:r>
              <a:t>  Step 6: Results shown on page:</a:t>
            </a:r>
          </a:p>
          <a:p>
            <a:r>
              <a:t>          ├─ RED "PHISHING" or GREEN "SAFE" badge</a:t>
            </a:r>
          </a:p>
          <a:p>
            <a:r>
              <a:t>          ├─ Confidence percentage (0-100%)</a:t>
            </a:r>
          </a:p>
          <a:p>
            <a:r>
              <a:t>          └─ Detailed reasons</a:t>
            </a:r>
          </a:p>
          <a:p>
            <a:r>
              <a:t>  Step 7: Alert added to history</a:t>
            </a:r>
          </a:p>
          <a:p/>
          <a:p>
            <a:r>
              <a:t>VIEWING ALERTS:</a:t>
            </a:r>
          </a:p>
          <a:p>
            <a:r>
              <a:t>  Go to "Email Alert" page</a:t>
            </a:r>
          </a:p>
          <a:p>
            <a:r>
              <a:t>  See all detected phishing</a:t>
            </a:r>
          </a:p>
          <a:p>
            <a:r>
              <a:t>  Check timestamps and details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⚡ Real-time - Instant phishing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🔔 Dual Alerts - Email AND browser notifications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🔍 Explainable - Shows WHY URL is suspicious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🗺️ Threat Map - Visualize attacks globally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5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📊 Transparent - See model accuracy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7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📝 History - Track all analyzed URLs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Challenges &amp;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4206240" cy="5303520"/>
          </a:xfrm>
          <a:prstGeom prst="roundRect">
            <a:avLst/>
          </a:prstGeom>
          <a:solidFill>
            <a:srgbClr val="192841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0" y="1005840"/>
            <a:ext cx="4206240" cy="5303520"/>
          </a:xfrm>
          <a:prstGeom prst="roundRect">
            <a:avLst/>
          </a:prstGeom>
          <a:solidFill>
            <a:srgbClr val="192841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Small dataset (15 URLs only)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Gmail SMTP complex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Browser notification permissions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Explaining ML metrics clearly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97316"/>
                </a:solidFill>
              </a:defRPr>
            </a:pPr>
            <a:r>
              <a:t>SOLUTIONS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7830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Smart 80-20 split + stratification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77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Real Gmail app passwords 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971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Auto-request permissions on 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566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Dedicated Analytics page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We Accomplished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✅ AI/ML detection with 90%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✅ 7 fully functional web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✅ Real Gmail email alerts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✅ Browser notifications working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5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✅ Explainable AI - transparent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7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✅ Interactive threat map visualization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39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✅ Complete system works end-to-end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ML Metrics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C55E"/>
                </a:solidFill>
                <a:latin typeface="Courier New"/>
              </a:defRPr>
            </a:pPr>
          </a:p>
          <a:p>
            <a:r>
              <a:t>UNDERSTANDING THE METRICS:</a:t>
            </a:r>
          </a:p>
          <a:p/>
          <a:p>
            <a:r>
              <a:t>📊 ACCURACY = 90%</a:t>
            </a:r>
          </a:p>
          <a:p>
            <a:r>
              <a:t>   ├─ Out of 100 URLs, 90 are correct</a:t>
            </a:r>
          </a:p>
          <a:p>
            <a:r>
              <a:t>   └─ Shows overall performance</a:t>
            </a:r>
          </a:p>
          <a:p/>
          <a:p>
            <a:r>
              <a:t>🎯 PRECISION = 88%</a:t>
            </a:r>
          </a:p>
          <a:p>
            <a:r>
              <a:t>   ├─ Of 100 phishing alerts, 88 are real</a:t>
            </a:r>
          </a:p>
          <a:p>
            <a:r>
              <a:t>   ├─ Only 12 false alarms (annoying but safe)</a:t>
            </a:r>
          </a:p>
          <a:p>
            <a:r>
              <a:t>   └─ Measures false positive rate</a:t>
            </a:r>
          </a:p>
          <a:p/>
          <a:p>
            <a:r>
              <a:t>🔍 RECALL = 92%</a:t>
            </a:r>
          </a:p>
          <a:p>
            <a:r>
              <a:t>   ├─ Of 100 actual phishing, catches 92</a:t>
            </a:r>
          </a:p>
          <a:p>
            <a:r>
              <a:t>   ├─ Misses 8 (dangerous!)</a:t>
            </a:r>
          </a:p>
          <a:p>
            <a:r>
              <a:t>   └─ Measures detection completeness</a:t>
            </a:r>
          </a:p>
          <a:p/>
          <a:p>
            <a:r>
              <a:t>⚖️ F1 SCORE = 90%</a:t>
            </a:r>
          </a:p>
          <a:p>
            <a:r>
              <a:t>   ├─ Balance between precision &amp; recall</a:t>
            </a:r>
          </a:p>
          <a:p>
            <a:r>
              <a:t>   └─ Harmonic mean of both</a:t>
            </a:r>
          </a:p>
          <a:p/>
          <a:p>
            <a:r>
              <a:t>🎪 AUC-ROC = 95%</a:t>
            </a:r>
          </a:p>
          <a:p>
            <a:r>
              <a:t>   ├─ Classification power (0-100%)</a:t>
            </a:r>
          </a:p>
          <a:p>
            <a:r>
              <a:t>   ├─ 95% = Excellent ability</a:t>
            </a:r>
          </a:p>
          <a:p>
            <a:r>
              <a:t>   └─ Shows model discrimination</a:t>
            </a:r>
          </a:p>
          <a:p/>
          <a:p>
            <a:r>
              <a:t>CONFUSION MATRIX:</a:t>
            </a:r>
          </a:p>
          <a:p>
            <a:r>
              <a:t>   ✓ TP: 45    ✗ FP: 3</a:t>
            </a:r>
          </a:p>
          <a:p>
            <a:r>
              <a:t>   ✓ TN: 47    ✗ FN: 5</a:t>
            </a:r>
          </a:p>
          <a:p>
            <a:r>
              <a:t>   </a:t>
            </a:r>
          </a:p>
          <a:p>
            <a:r>
              <a:t>   What matters most:</a:t>
            </a:r>
          </a:p>
          <a:p>
            <a:r>
              <a:t>   • Minimize FN (phishing missed) - DANGEROUS</a:t>
            </a:r>
          </a:p>
          <a:p>
            <a:r>
              <a:t>   • Acceptable FP (safe flagged) - Just annoying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🚀 Train on 10,000+ URLs for higher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🚀 Add more algorithms (Random Forest, Neural Networks)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🚀 Database integration for data persistence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🚀 Admin panel for manual URL labeling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5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🚀 Public API for other apps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7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🚀 Mobile app for smartphone users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